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81360" y="164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01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SECTION 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ADS DRIVE VOLUME,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SPEND SIZE.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36576"/>
          </a:xfrm>
          <a:prstGeom prst="rect">
            <a:avLst/>
          </a:prstGeom>
          <a:solidFill>
            <a:srgbClr val="1E3A55"/>
          </a:solidFill>
          <a:ln w="12700">
            <a:solidFill>
              <a:srgbClr val="1E3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920240"/>
            <a:ext cx="5029200" cy="4297680"/>
          </a:xfrm>
          <a:prstGeom prst="roundRect">
            <a:avLst>
              <a:gd name="adj" fmla="val 2553"/>
            </a:avLst>
          </a:prstGeom>
          <a:solidFill>
            <a:srgbClr val="0F2236"/>
          </a:solidFill>
          <a:ln w="12700">
            <a:solidFill>
              <a:srgbClr val="0F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121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AD-EXPOSED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$28.67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4930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AVERAGE TRANSACTION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88720" y="3913632"/>
            <a:ext cx="3657600" cy="27432"/>
          </a:xfrm>
          <a:prstGeom prst="rect">
            <a:avLst/>
          </a:prstGeom>
          <a:solidFill>
            <a:srgbClr val="1E3A55"/>
          </a:solidFill>
          <a:ln w="12700">
            <a:solidFill>
              <a:srgbClr val="1E3A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404164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346 members returned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43484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AUGUST 2026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656832" y="1920240"/>
            <a:ext cx="5029200" cy="4297680"/>
          </a:xfrm>
          <a:prstGeom prst="roundRect">
            <a:avLst>
              <a:gd name="adj" fmla="val 2553"/>
            </a:avLst>
          </a:prstGeom>
          <a:solidFill>
            <a:srgbClr val="0F2236"/>
          </a:solidFill>
          <a:ln w="12700">
            <a:solidFill>
              <a:srgbClr val="0F22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56832" y="2121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HOLDOUT GROUP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$29.93</a:t>
            </a:r>
            <a:endParaRPr lang="en-US" sz="80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34930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AVERAGE TRANSACTION VALUE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42632" y="3913632"/>
            <a:ext cx="3657600" cy="27432"/>
          </a:xfrm>
          <a:prstGeom prst="rect">
            <a:avLst/>
          </a:prstGeom>
          <a:solidFill>
            <a:srgbClr val="1E3A55"/>
          </a:solidFill>
          <a:ln w="12700">
            <a:solidFill>
              <a:srgbClr val="1E3A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56832" y="404164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members returned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443484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AUGUST 2026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1371600" cy="1371600"/>
          </a:xfrm>
          <a:prstGeom prst="ellipse">
            <a:avLst/>
          </a:prstGeom>
          <a:solidFill>
            <a:srgbClr val="0B1929"/>
          </a:solidFill>
          <a:ln w="25400">
            <a:solidFill>
              <a:srgbClr val="E854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13248" y="3017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01675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DIFFERENCE: $1.26  ·  4.2%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Ads drove the decision to return — not basket size.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601968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5A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ATV measured via Meta holdout methodology. Source: Meta Ads Manager &amp; Redcat.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2026-09-25T05:06:38Z</dcterms:created>
  <dcterms:modified xsi:type="dcterms:W3CDTF">2026-09-25T05:06:38Z</dcterms:modified>
</cp:coreProperties>
</file>