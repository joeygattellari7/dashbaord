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81360" y="164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41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gms</a:t>
            </a:r>
            <a:endParaRPr lang="en-US" sz="1600" dirty="0"/>
          </a:p>
        </p:txBody>
      </p:sp>
      <p:pic>
        <p:nvPicPr>
          <p:cNvPr id="3" name="Image 0" descr="/home/user/dashbaord/atv_graph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11277295" cy="6309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2026-09-25T04:53:27Z</dcterms:created>
  <dcterms:modified xsi:type="dcterms:W3CDTF">2026-09-25T04:53:27Z</dcterms:modified>
</cp:coreProperties>
</file>