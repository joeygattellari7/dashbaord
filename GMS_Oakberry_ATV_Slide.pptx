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881360" y="16459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854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gms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0116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854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SECTION 04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0292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ADS DRIVE VOLUME,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 SPEND SIZE.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11247120" cy="36576"/>
          </a:xfrm>
          <a:prstGeom prst="rect">
            <a:avLst/>
          </a:prstGeom>
          <a:solidFill>
            <a:srgbClr val="1E3A55"/>
          </a:solidFill>
          <a:ln w="12700">
            <a:solidFill>
              <a:srgbClr val="1E3A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920240"/>
            <a:ext cx="5029200" cy="3657600"/>
          </a:xfrm>
          <a:prstGeom prst="roundRect">
            <a:avLst>
              <a:gd name="adj" fmla="val 3000"/>
            </a:avLst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21762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8F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AD-EXPOSED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60604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$28.67</a:t>
            </a:r>
            <a:endParaRPr lang="en-US" sz="72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38862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F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AVERAGE TRANSACTION VALUE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425196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54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AUGUST 2026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656832" y="1920240"/>
            <a:ext cx="5029200" cy="3657600"/>
          </a:xfrm>
          <a:prstGeom prst="roundRect">
            <a:avLst>
              <a:gd name="adj" fmla="val 3000"/>
            </a:avLst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56832" y="21762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8F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HOLDOUT GROUP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656832" y="260604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$29.93</a:t>
            </a:r>
            <a:endParaRPr lang="en-US" sz="7200" dirty="0"/>
          </a:p>
        </p:txBody>
      </p:sp>
      <p:sp>
        <p:nvSpPr>
          <p:cNvPr id="14" name="Text 12"/>
          <p:cNvSpPr txBox="1"/>
          <p:nvPr/>
        </p:nvSpPr>
        <p:spPr>
          <a:xfrm>
            <a:off x="6656832" y="38862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F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AVERAGE TRANSACTION VALUE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656832" y="425196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54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AUGUST 2026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13248" y="3017520"/>
            <a:ext cx="1371600" cy="1371600"/>
          </a:xfrm>
          <a:prstGeom prst="ellipse">
            <a:avLst/>
          </a:prstGeom>
          <a:solidFill>
            <a:srgbClr val="0B1929"/>
          </a:solidFill>
          <a:ln w="25400">
            <a:solidFill>
              <a:srgbClr val="E8541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13248" y="30175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54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VS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57150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A8F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DIFFERENCE: $1.26  ·  4.2%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0807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Ads drive the decision to return — not basket size.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601968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5A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ATV measured via Meta holdout methodology. Source: Meta Ads Manager &amp; Redcat.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2026-09-25T04:55:08Z</dcterms:created>
  <dcterms:modified xsi:type="dcterms:W3CDTF">2026-09-25T04:55:08Z</dcterms:modified>
</cp:coreProperties>
</file>