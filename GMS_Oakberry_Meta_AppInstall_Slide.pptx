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0704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854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94360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– APP INSTALL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5029200" cy="0"/>
          </a:xfrm>
          <a:prstGeom prst="line">
            <a:avLst/>
          </a:prstGeom>
          <a:noFill/>
          <a:ln w="25400">
            <a:solidFill>
              <a:srgbClr val="2A4A6A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411480" y="1572768"/>
            <a:ext cx="5577840" cy="2542032"/>
          </a:xfrm>
          <a:prstGeom prst="roundRect">
            <a:avLst>
              <a:gd name="adj" fmla="val 4317"/>
            </a:avLst>
          </a:prstGeom>
          <a:solidFill>
            <a:srgbClr val="1A2E4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55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21408"/>
            <a:ext cx="51206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$240K of $255K has gone to brand since Jul 2025. App activity is 6% of spend and only since June 2026.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 campaigns launched via Advantage+ (AAC) with Reels + Stories video-first creative. CPI is currently $6.13 — four months in, limited creative testing to date.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audiences built from top 5% member LTV via Redcat export. Audience is cold — no retargeting layer yet.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572768"/>
            <a:ext cx="5577840" cy="2542032"/>
          </a:xfrm>
          <a:prstGeom prst="roundRect">
            <a:avLst>
              <a:gd name="adj" fmla="val 4317"/>
            </a:avLst>
          </a:prstGeom>
          <a:solidFill>
            <a:srgbClr val="1A2E4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755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121408"/>
            <a:ext cx="51206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new app installs and signups, then first-time activations, before pivoting to lifecycle activation and member visit frequency lift.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Advantage+ as the creative library grows — CPI is expected to drop materially as the algorithm learns. Test 1%, 2%, and 5% LAL tiers from top LTV members.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member retargeting (TalkBox → Redcat sync) alongside install campaigns once install base reaches critical mass.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279392"/>
            <a:ext cx="11365992" cy="2157984"/>
          </a:xfrm>
          <a:prstGeom prst="roundRect">
            <a:avLst>
              <a:gd name="adj" fmla="val 5085"/>
            </a:avLst>
          </a:prstGeom>
          <a:solidFill>
            <a:srgbClr val="1A2E42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4348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809744"/>
            <a:ext cx="10332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cost per install near $6 in the short term; drive toward GMS target of &lt;$3.50 as creative is optimised. Cost per new member: under $7. Member share of sales: above 20% through the Oct–Feb peak.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split: 50% acquisition (brand/reach), 20% app install (AAC), 20% member remarketing (TalkBox), 10% hybrid (lookalike from member base).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61320" y="57607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0" b="1" dirty="0">
                <a:solidFill>
                  <a:srgbClr val="008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5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2026-09-21T05:19:14Z</dcterms:created>
  <dcterms:modified xsi:type="dcterms:W3CDTF">2026-09-21T05:19:14Z</dcterms:modified>
</cp:coreProperties>
</file>